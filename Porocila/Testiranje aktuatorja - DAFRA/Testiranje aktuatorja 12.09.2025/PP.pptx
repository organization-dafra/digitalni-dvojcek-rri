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B11A771-07D7-B392-DC6C-F087EDF8E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5742BB1-942F-20A5-8B75-462469621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1516FA0-25B3-1055-243B-6B7C67CC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1CD485E9-2292-7E97-C539-2D713AB5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FF9C6B9-E874-5305-5D1D-9B4E8401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9536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55DF38B-A2BC-BC9D-01E1-589F5D454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9C27AD1-D1C5-5B2A-BBDD-F0738D735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D8FA67C7-29C3-1099-0271-3A1B4326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BCB6E8D-7B68-1D58-EFDB-90A58E2D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309041E-8245-453A-ADF2-6E4FECF7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44133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D2A7D27-AB87-F07D-36BD-A2993E18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989A10C2-1010-D723-36BF-7D41D46C9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CC87A9-6B2E-CC7C-FE45-48CDA6B9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BBCCE21C-5061-9024-C024-5854CEDD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92334883-7C6E-0AF7-DF0A-2AAEB73E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8659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C0AB64F-C81B-F9B8-2BF0-2EE3B272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34D3963-D3C7-44D6-EF14-7DE26C330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B19AFB0C-4617-2C13-05CC-C8E0AD865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1801AF0F-B25E-CDA6-93F2-6D2D0545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69318608-73F7-D770-FA85-B9A90A51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139C7670-A030-556B-1E3B-0DFC92F8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6331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DAB1CE2-3FC6-173D-F5E6-8A0BEAFE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2976F266-699E-C47C-1040-BA97B95CF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907CB385-0574-7086-D526-980F90252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E0AF100D-6DEE-344E-2B17-399F47B02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8870EBCD-D871-2D56-9E75-577A45802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6E453772-C9D6-73E8-775E-44A6DE8E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0824B584-2910-569C-DD20-8AC98741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73DD7DF6-F99F-F8E6-3291-4A49DD5F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85584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AC57787-8616-1921-0D61-8E35CFD7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0081E6BC-7610-7F38-23F0-7A253B4B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48C3572C-0C99-48EC-7EDB-FC2F5652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8811794D-A65F-1EF9-832B-A40F15F9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646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9F8AAF-59F2-1600-129A-6DF93183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14A97A84-22FA-89EF-9AE9-FF6F01A1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99A8482A-8C0F-69D1-4A23-1F0EB131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0777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2F09AD4-46DA-E313-C4A9-B96016A9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D628D00-228A-3B7C-EFA0-F0FABA066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02C71F5A-4064-EEDE-6CFC-DF7B16FDB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A1A34246-7E8B-89CC-1299-96FCE9C2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8AFEC8F-3534-A683-956B-C882FDA1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9A09EAD-3B76-D29E-E9D2-E935F122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2181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2C1D39-A239-42FA-1A5A-693881B24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BD877D3B-F601-2261-BCC0-54E1688D4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92C65FC1-5BFE-F4FA-D54E-31FAA4830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78343E6-8B99-B4CD-C588-3B4D86DE4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36710046-F7C1-DDBB-E8B3-D3C3E5B0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176EDEE3-B3C6-E9FF-A354-5E0E4A86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9089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3829454-F051-F4D7-8232-597665D3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086849D0-D2E5-AA3A-39F2-11319E56D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01F284D-DBAB-B9C4-6CDF-AF76A9C1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590F7D1-3F95-3587-D161-8F982B28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46EC735E-5031-7C18-F590-C7CA7AC8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9736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AB879DC7-14C9-F2A3-9A11-314AA6F42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F1B0B0F0-1D7A-FEB1-8872-73C244793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56A66A74-2396-BE21-610A-23EF81D8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60D8540B-1D63-E7E3-0A0B-16E5BD77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2065216F-FD4D-DC56-D17C-0CC163B51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0282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A0846034-03D0-BB74-3E3C-F9128C5B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B1028C0D-B9A2-81BA-5B92-6C5FA6C73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CE9655-163D-CB01-9470-FB0E6463A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4DC4F-5A3F-4FF4-8643-97088C3204F8}" type="datetimeFigureOut">
              <a:rPr lang="sl-SI" smtClean="0"/>
              <a:t>15. 09. 2025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3957D647-E770-0783-38B9-87C572916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083E032-3CED-76D3-38DC-457D62D1D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44249-D11B-4CE4-807D-60AF2CC8D43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2185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de-RED - Wikipedia">
            <a:extLst>
              <a:ext uri="{FF2B5EF4-FFF2-40B4-BE49-F238E27FC236}">
                <a16:creationId xmlns:a16="http://schemas.microsoft.com/office/drawing/2014/main" id="{66008EBB-72A6-03C2-F302-011A3A973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552" y="914946"/>
            <a:ext cx="995614" cy="99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verything You Need to Know About Grafana -">
            <a:extLst>
              <a:ext uri="{FF2B5EF4-FFF2-40B4-BE49-F238E27FC236}">
                <a16:creationId xmlns:a16="http://schemas.microsoft.com/office/drawing/2014/main" id="{E0D15F1D-370C-0799-04C7-28D551DFC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814" y="2897280"/>
            <a:ext cx="1592467" cy="79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6ES7217-1AG40-0XB0 - Siemens - CPU, SIMATIC S7-1200 PLCs, 24 I/O">
            <a:extLst>
              <a:ext uri="{FF2B5EF4-FFF2-40B4-BE49-F238E27FC236}">
                <a16:creationId xmlns:a16="http://schemas.microsoft.com/office/drawing/2014/main" id="{936608C9-1ADB-7D6D-0518-65C29EC53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624" y="2808112"/>
            <a:ext cx="1555374" cy="113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0763DAC-FECF-36DF-0AF1-DE6B45FB5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146" y="4456395"/>
            <a:ext cx="798763" cy="94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2">
            <a:extLst>
              <a:ext uri="{FF2B5EF4-FFF2-40B4-BE49-F238E27FC236}">
                <a16:creationId xmlns:a16="http://schemas.microsoft.com/office/drawing/2014/main" id="{083D37F4-9CB8-3D13-32B0-84F78DAEF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331" y="4456395"/>
            <a:ext cx="798763" cy="94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B362EE7F-DA62-E840-1B99-1C0E4B5DA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105" y="4456395"/>
            <a:ext cx="798763" cy="94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oljeZBesedilom 5">
            <a:extLst>
              <a:ext uri="{FF2B5EF4-FFF2-40B4-BE49-F238E27FC236}">
                <a16:creationId xmlns:a16="http://schemas.microsoft.com/office/drawing/2014/main" id="{80CD1D86-DBFC-B632-66B6-26AB03FDE57E}"/>
              </a:ext>
            </a:extLst>
          </p:cNvPr>
          <p:cNvSpPr txBox="1"/>
          <p:nvPr/>
        </p:nvSpPr>
        <p:spPr>
          <a:xfrm>
            <a:off x="3255544" y="455794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T1</a:t>
            </a:r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070B2E4C-C615-0231-3208-23528069975C}"/>
              </a:ext>
            </a:extLst>
          </p:cNvPr>
          <p:cNvSpPr txBox="1"/>
          <p:nvPr/>
        </p:nvSpPr>
        <p:spPr>
          <a:xfrm>
            <a:off x="4348412" y="455794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T2</a:t>
            </a:r>
          </a:p>
        </p:txBody>
      </p: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FA220B43-F268-BE0A-9821-7FCA4E61A4CC}"/>
              </a:ext>
            </a:extLst>
          </p:cNvPr>
          <p:cNvSpPr txBox="1"/>
          <p:nvPr/>
        </p:nvSpPr>
        <p:spPr>
          <a:xfrm>
            <a:off x="5419974" y="455794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T3</a:t>
            </a:r>
          </a:p>
        </p:txBody>
      </p:sp>
      <p:sp>
        <p:nvSpPr>
          <p:cNvPr id="19" name="Puščica: desno 18">
            <a:extLst>
              <a:ext uri="{FF2B5EF4-FFF2-40B4-BE49-F238E27FC236}">
                <a16:creationId xmlns:a16="http://schemas.microsoft.com/office/drawing/2014/main" id="{125B5FCA-9298-24B4-5BD7-ED15126634C6}"/>
              </a:ext>
            </a:extLst>
          </p:cNvPr>
          <p:cNvSpPr/>
          <p:nvPr/>
        </p:nvSpPr>
        <p:spPr>
          <a:xfrm rot="19007494">
            <a:off x="3359063" y="4224662"/>
            <a:ext cx="506360" cy="1719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0" name="Puščica: desno 19">
            <a:extLst>
              <a:ext uri="{FF2B5EF4-FFF2-40B4-BE49-F238E27FC236}">
                <a16:creationId xmlns:a16="http://schemas.microsoft.com/office/drawing/2014/main" id="{39BE6196-381A-E8F3-2D05-6A9CBB7DB220}"/>
              </a:ext>
            </a:extLst>
          </p:cNvPr>
          <p:cNvSpPr/>
          <p:nvPr/>
        </p:nvSpPr>
        <p:spPr>
          <a:xfrm rot="14133552">
            <a:off x="5276794" y="4215588"/>
            <a:ext cx="507372" cy="1538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1" name="Puščica: desno 20">
            <a:extLst>
              <a:ext uri="{FF2B5EF4-FFF2-40B4-BE49-F238E27FC236}">
                <a16:creationId xmlns:a16="http://schemas.microsoft.com/office/drawing/2014/main" id="{5D1F6E65-2745-0BB6-1CD5-C8A381B542FC}"/>
              </a:ext>
            </a:extLst>
          </p:cNvPr>
          <p:cNvSpPr/>
          <p:nvPr/>
        </p:nvSpPr>
        <p:spPr>
          <a:xfrm rot="16200000">
            <a:off x="4315258" y="4233312"/>
            <a:ext cx="489341" cy="1719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2" name="Puščica: gor-dol 21">
            <a:extLst>
              <a:ext uri="{FF2B5EF4-FFF2-40B4-BE49-F238E27FC236}">
                <a16:creationId xmlns:a16="http://schemas.microsoft.com/office/drawing/2014/main" id="{90878268-2316-5A34-0B7D-01C17E5E2F77}"/>
              </a:ext>
            </a:extLst>
          </p:cNvPr>
          <p:cNvSpPr/>
          <p:nvPr/>
        </p:nvSpPr>
        <p:spPr>
          <a:xfrm>
            <a:off x="4473947" y="2031666"/>
            <a:ext cx="162825" cy="66054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3" name="Puščica: desno 22">
            <a:extLst>
              <a:ext uri="{FF2B5EF4-FFF2-40B4-BE49-F238E27FC236}">
                <a16:creationId xmlns:a16="http://schemas.microsoft.com/office/drawing/2014/main" id="{FF612A30-D84F-7A0B-A31C-8E4B7E659EB4}"/>
              </a:ext>
            </a:extLst>
          </p:cNvPr>
          <p:cNvSpPr/>
          <p:nvPr/>
        </p:nvSpPr>
        <p:spPr>
          <a:xfrm>
            <a:off x="5301004" y="1225215"/>
            <a:ext cx="620246" cy="1506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4" name="Diagram poteka: večkraten dokument 23">
            <a:extLst>
              <a:ext uri="{FF2B5EF4-FFF2-40B4-BE49-F238E27FC236}">
                <a16:creationId xmlns:a16="http://schemas.microsoft.com/office/drawing/2014/main" id="{FAC44CA5-F380-9C03-052F-964FA2C3702B}"/>
              </a:ext>
            </a:extLst>
          </p:cNvPr>
          <p:cNvSpPr/>
          <p:nvPr/>
        </p:nvSpPr>
        <p:spPr>
          <a:xfrm>
            <a:off x="7205333" y="3460940"/>
            <a:ext cx="1060704" cy="7589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5" name="Puščica: desno 24">
            <a:extLst>
              <a:ext uri="{FF2B5EF4-FFF2-40B4-BE49-F238E27FC236}">
                <a16:creationId xmlns:a16="http://schemas.microsoft.com/office/drawing/2014/main" id="{44228841-295B-9874-C603-2D12A57B72FC}"/>
              </a:ext>
            </a:extLst>
          </p:cNvPr>
          <p:cNvSpPr/>
          <p:nvPr/>
        </p:nvSpPr>
        <p:spPr>
          <a:xfrm rot="5400000">
            <a:off x="7109925" y="2306761"/>
            <a:ext cx="620246" cy="1506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6" name="Diagram poteka: magnetni disk 25">
            <a:extLst>
              <a:ext uri="{FF2B5EF4-FFF2-40B4-BE49-F238E27FC236}">
                <a16:creationId xmlns:a16="http://schemas.microsoft.com/office/drawing/2014/main" id="{8156504B-2751-94ED-FA85-8BE04C589772}"/>
              </a:ext>
            </a:extLst>
          </p:cNvPr>
          <p:cNvSpPr/>
          <p:nvPr/>
        </p:nvSpPr>
        <p:spPr>
          <a:xfrm>
            <a:off x="7917831" y="1265720"/>
            <a:ext cx="298450" cy="40005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7" name="Diagram poteka: magnetni disk 26">
            <a:extLst>
              <a:ext uri="{FF2B5EF4-FFF2-40B4-BE49-F238E27FC236}">
                <a16:creationId xmlns:a16="http://schemas.microsoft.com/office/drawing/2014/main" id="{BDFADA22-4E5B-4087-989D-0659B5776EF5}"/>
              </a:ext>
            </a:extLst>
          </p:cNvPr>
          <p:cNvSpPr/>
          <p:nvPr/>
        </p:nvSpPr>
        <p:spPr>
          <a:xfrm>
            <a:off x="7917831" y="975819"/>
            <a:ext cx="298450" cy="40005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1032" name="Picture 8" descr="InfluxDB - Wikipedia">
            <a:extLst>
              <a:ext uri="{FF2B5EF4-FFF2-40B4-BE49-F238E27FC236}">
                <a16:creationId xmlns:a16="http://schemas.microsoft.com/office/drawing/2014/main" id="{81537DAF-B629-C1D2-8F4E-9D6A83EBF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1" y="761134"/>
            <a:ext cx="3054491" cy="113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Slika 1">
            <a:extLst>
              <a:ext uri="{FF2B5EF4-FFF2-40B4-BE49-F238E27FC236}">
                <a16:creationId xmlns:a16="http://schemas.microsoft.com/office/drawing/2014/main" id="{DB3E977E-08BD-991C-8574-67035F0BDD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195" y="2053060"/>
            <a:ext cx="1748501" cy="6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2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ravokotnik: zaokroženi vogali 23">
            <a:extLst>
              <a:ext uri="{FF2B5EF4-FFF2-40B4-BE49-F238E27FC236}">
                <a16:creationId xmlns:a16="http://schemas.microsoft.com/office/drawing/2014/main" id="{B394FD07-CE82-44E5-7203-3B85C4D9B95C}"/>
              </a:ext>
            </a:extLst>
          </p:cNvPr>
          <p:cNvSpPr/>
          <p:nvPr/>
        </p:nvSpPr>
        <p:spPr>
          <a:xfrm>
            <a:off x="7176169" y="615888"/>
            <a:ext cx="2221299" cy="482241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3" name="Pravokotnik: zaokroženi vogali 22">
            <a:extLst>
              <a:ext uri="{FF2B5EF4-FFF2-40B4-BE49-F238E27FC236}">
                <a16:creationId xmlns:a16="http://schemas.microsoft.com/office/drawing/2014/main" id="{2A6C3D09-611D-EB23-19A7-E63EEB47287D}"/>
              </a:ext>
            </a:extLst>
          </p:cNvPr>
          <p:cNvSpPr/>
          <p:nvPr/>
        </p:nvSpPr>
        <p:spPr>
          <a:xfrm>
            <a:off x="1913777" y="574050"/>
            <a:ext cx="2221299" cy="482241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4" name="Picture 10" descr="6ES7217-1AG40-0XB0 - Siemens - CPU, SIMATIC S7-1200 PLCs, 24 I/O">
            <a:extLst>
              <a:ext uri="{FF2B5EF4-FFF2-40B4-BE49-F238E27FC236}">
                <a16:creationId xmlns:a16="http://schemas.microsoft.com/office/drawing/2014/main" id="{6759B6E3-B417-0456-54C2-EB785701C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420" y="796357"/>
            <a:ext cx="1555374" cy="113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AKD BASIC Programmable Servo Drives | Kollmorgen | Built In Machine Motion  Control Intelligent Controller">
            <a:extLst>
              <a:ext uri="{FF2B5EF4-FFF2-40B4-BE49-F238E27FC236}">
                <a16:creationId xmlns:a16="http://schemas.microsoft.com/office/drawing/2014/main" id="{A9FE879A-784B-31A0-B242-901C8889E1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6025" y="1624262"/>
            <a:ext cx="1030705" cy="103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sp>
        <p:nvSpPr>
          <p:cNvPr id="6" name="AutoShape 4" descr="AKD BASIC Programmable Servo Drives | Kollmorgen | Built In Machine Motion  Control Intelligent Controller">
            <a:extLst>
              <a:ext uri="{FF2B5EF4-FFF2-40B4-BE49-F238E27FC236}">
                <a16:creationId xmlns:a16="http://schemas.microsoft.com/office/drawing/2014/main" id="{06D739FE-BE46-ACBD-05D3-33BEBAF8A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6026" y="16242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sp>
        <p:nvSpPr>
          <p:cNvPr id="7" name="AutoShape 6" descr="AKD BASIC">
            <a:extLst>
              <a:ext uri="{FF2B5EF4-FFF2-40B4-BE49-F238E27FC236}">
                <a16:creationId xmlns:a16="http://schemas.microsoft.com/office/drawing/2014/main" id="{51368F59-362B-F0E8-AD2F-6715D350B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58426" y="17766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A9706812-8872-B4ED-06BF-AF656E951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558" y="737542"/>
            <a:ext cx="1584158" cy="1584158"/>
          </a:xfrm>
          <a:prstGeom prst="rect">
            <a:avLst/>
          </a:prstGeom>
        </p:spPr>
      </p:pic>
      <p:sp>
        <p:nvSpPr>
          <p:cNvPr id="10" name="Puščica: desno 9">
            <a:extLst>
              <a:ext uri="{FF2B5EF4-FFF2-40B4-BE49-F238E27FC236}">
                <a16:creationId xmlns:a16="http://schemas.microsoft.com/office/drawing/2014/main" id="{D55F8733-D0C6-C8D9-D04D-4645281C9A97}"/>
              </a:ext>
            </a:extLst>
          </p:cNvPr>
          <p:cNvSpPr/>
          <p:nvPr/>
        </p:nvSpPr>
        <p:spPr>
          <a:xfrm>
            <a:off x="4314344" y="1442024"/>
            <a:ext cx="1105574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1034" name="Picture 10" descr="Olsen Actuators - Servo Linear Actuators | Electrical Servo Motor Linear  Actuators for Sale">
            <a:extLst>
              <a:ext uri="{FF2B5EF4-FFF2-40B4-BE49-F238E27FC236}">
                <a16:creationId xmlns:a16="http://schemas.microsoft.com/office/drawing/2014/main" id="{39EF2483-3241-F4F2-339A-098F4C9F9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840" y="4041476"/>
            <a:ext cx="1339515" cy="100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uščica: gor-dol 12">
            <a:extLst>
              <a:ext uri="{FF2B5EF4-FFF2-40B4-BE49-F238E27FC236}">
                <a16:creationId xmlns:a16="http://schemas.microsoft.com/office/drawing/2014/main" id="{EFDBD19D-5369-D7B5-3D0B-E05319681F0B}"/>
              </a:ext>
            </a:extLst>
          </p:cNvPr>
          <p:cNvSpPr/>
          <p:nvPr/>
        </p:nvSpPr>
        <p:spPr>
          <a:xfrm rot="5400000">
            <a:off x="5593925" y="-111132"/>
            <a:ext cx="131664" cy="2690827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E3325A78-26B0-C8AF-8D5E-B4700ECE5417}"/>
              </a:ext>
            </a:extLst>
          </p:cNvPr>
          <p:cNvSpPr txBox="1"/>
          <p:nvPr/>
        </p:nvSpPr>
        <p:spPr>
          <a:xfrm>
            <a:off x="4907722" y="953096"/>
            <a:ext cx="1540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Profinet komunikacija</a:t>
            </a:r>
          </a:p>
        </p:txBody>
      </p:sp>
      <p:sp>
        <p:nvSpPr>
          <p:cNvPr id="16" name="Puščica: desno 15">
            <a:extLst>
              <a:ext uri="{FF2B5EF4-FFF2-40B4-BE49-F238E27FC236}">
                <a16:creationId xmlns:a16="http://schemas.microsoft.com/office/drawing/2014/main" id="{450A748C-A536-C211-5CFF-1457007F5ACF}"/>
              </a:ext>
            </a:extLst>
          </p:cNvPr>
          <p:cNvSpPr/>
          <p:nvPr/>
        </p:nvSpPr>
        <p:spPr>
          <a:xfrm rot="10800000">
            <a:off x="4287476" y="1712525"/>
            <a:ext cx="620246" cy="15065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1036" name="Picture 12" descr="Siemens Tp1200 Series HMI 6AV2124-0mc01-0ax0 Touch Screen - China Tp1200  Series and Touch Screen HMI price">
            <a:extLst>
              <a:ext uri="{FF2B5EF4-FFF2-40B4-BE49-F238E27FC236}">
                <a16:creationId xmlns:a16="http://schemas.microsoft.com/office/drawing/2014/main" id="{5956B8AF-E68E-EFC3-AF2A-05F9C1E61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744" y="3718656"/>
            <a:ext cx="1683477" cy="1278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uščica: gor-dol 16">
            <a:extLst>
              <a:ext uri="{FF2B5EF4-FFF2-40B4-BE49-F238E27FC236}">
                <a16:creationId xmlns:a16="http://schemas.microsoft.com/office/drawing/2014/main" id="{F5A29ADF-61D8-42AB-D6E3-C3B2723C9BB6}"/>
              </a:ext>
            </a:extLst>
          </p:cNvPr>
          <p:cNvSpPr/>
          <p:nvPr/>
        </p:nvSpPr>
        <p:spPr>
          <a:xfrm>
            <a:off x="2795176" y="2372237"/>
            <a:ext cx="122963" cy="966997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1FB30931-460B-BBE7-8868-EB3BD1D587A3}"/>
              </a:ext>
            </a:extLst>
          </p:cNvPr>
          <p:cNvSpPr txBox="1"/>
          <p:nvPr/>
        </p:nvSpPr>
        <p:spPr>
          <a:xfrm>
            <a:off x="5419918" y="1361164"/>
            <a:ext cx="1686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Aktivacija „motion task“</a:t>
            </a:r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643205FA-7843-9356-9145-054D0CB95DD0}"/>
              </a:ext>
            </a:extLst>
          </p:cNvPr>
          <p:cNvSpPr txBox="1"/>
          <p:nvPr/>
        </p:nvSpPr>
        <p:spPr>
          <a:xfrm>
            <a:off x="4990165" y="1666120"/>
            <a:ext cx="1488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Položaj dosežen, info</a:t>
            </a:r>
          </a:p>
        </p:txBody>
      </p:sp>
      <p:pic>
        <p:nvPicPr>
          <p:cNvPr id="22" name="Slika 21">
            <a:extLst>
              <a:ext uri="{FF2B5EF4-FFF2-40B4-BE49-F238E27FC236}">
                <a16:creationId xmlns:a16="http://schemas.microsoft.com/office/drawing/2014/main" id="{8DDE1595-E4FB-4383-C56F-6770E73758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126" y="2790381"/>
            <a:ext cx="1748501" cy="660545"/>
          </a:xfrm>
          <a:prstGeom prst="rect">
            <a:avLst/>
          </a:prstGeom>
        </p:spPr>
      </p:pic>
      <p:sp>
        <p:nvSpPr>
          <p:cNvPr id="25" name="PoljeZBesedilom 24">
            <a:extLst>
              <a:ext uri="{FF2B5EF4-FFF2-40B4-BE49-F238E27FC236}">
                <a16:creationId xmlns:a16="http://schemas.microsoft.com/office/drawing/2014/main" id="{CAC4888C-3EA1-9200-4B1B-EEDBDA436A5A}"/>
              </a:ext>
            </a:extLst>
          </p:cNvPr>
          <p:cNvSpPr txBox="1"/>
          <p:nvPr/>
        </p:nvSpPr>
        <p:spPr>
          <a:xfrm rot="16200000">
            <a:off x="2791817" y="2611690"/>
            <a:ext cx="966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l-SI" sz="1200" dirty="0"/>
              <a:t>Uporabniški </a:t>
            </a:r>
            <a:br>
              <a:rPr lang="sl-SI" sz="1200" dirty="0"/>
            </a:br>
            <a:r>
              <a:rPr lang="sl-SI" sz="1200" dirty="0"/>
              <a:t>vmesnik</a:t>
            </a:r>
          </a:p>
        </p:txBody>
      </p:sp>
      <p:sp>
        <p:nvSpPr>
          <p:cNvPr id="26" name="Puščica: gor-dol 25">
            <a:extLst>
              <a:ext uri="{FF2B5EF4-FFF2-40B4-BE49-F238E27FC236}">
                <a16:creationId xmlns:a16="http://schemas.microsoft.com/office/drawing/2014/main" id="{8FC0243A-2C19-E9DD-C901-8AA48068AAFF}"/>
              </a:ext>
            </a:extLst>
          </p:cNvPr>
          <p:cNvSpPr/>
          <p:nvPr/>
        </p:nvSpPr>
        <p:spPr>
          <a:xfrm>
            <a:off x="7918079" y="2611795"/>
            <a:ext cx="122963" cy="966997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7" name="PoljeZBesedilom 26">
            <a:extLst>
              <a:ext uri="{FF2B5EF4-FFF2-40B4-BE49-F238E27FC236}">
                <a16:creationId xmlns:a16="http://schemas.microsoft.com/office/drawing/2014/main" id="{AA240306-8E0D-8F96-65E9-98D6089FFED3}"/>
              </a:ext>
            </a:extLst>
          </p:cNvPr>
          <p:cNvSpPr txBox="1"/>
          <p:nvPr/>
        </p:nvSpPr>
        <p:spPr>
          <a:xfrm rot="16200000">
            <a:off x="7388494" y="2864460"/>
            <a:ext cx="1906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l-SI" sz="1200" dirty="0"/>
              <a:t>Komunikacija</a:t>
            </a:r>
            <a:br>
              <a:rPr lang="sl-SI" sz="1200" dirty="0"/>
            </a:br>
            <a:r>
              <a:rPr lang="sl-SI" sz="1200" dirty="0"/>
              <a:t>servo ojačevalnik - aktuator</a:t>
            </a:r>
          </a:p>
        </p:txBody>
      </p:sp>
      <p:sp>
        <p:nvSpPr>
          <p:cNvPr id="28" name="Puščica: desno 27">
            <a:extLst>
              <a:ext uri="{FF2B5EF4-FFF2-40B4-BE49-F238E27FC236}">
                <a16:creationId xmlns:a16="http://schemas.microsoft.com/office/drawing/2014/main" id="{1837469E-3C8D-B606-C8E7-8296186047DC}"/>
              </a:ext>
            </a:extLst>
          </p:cNvPr>
          <p:cNvSpPr/>
          <p:nvPr/>
        </p:nvSpPr>
        <p:spPr>
          <a:xfrm>
            <a:off x="683336" y="1232570"/>
            <a:ext cx="1400895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0" name="PoljeZBesedilom 29">
            <a:extLst>
              <a:ext uri="{FF2B5EF4-FFF2-40B4-BE49-F238E27FC236}">
                <a16:creationId xmlns:a16="http://schemas.microsoft.com/office/drawing/2014/main" id="{032736F4-48C7-7926-2828-4C4FB5F09B9C}"/>
              </a:ext>
            </a:extLst>
          </p:cNvPr>
          <p:cNvSpPr txBox="1"/>
          <p:nvPr/>
        </p:nvSpPr>
        <p:spPr>
          <a:xfrm>
            <a:off x="607897" y="1050126"/>
            <a:ext cx="1400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Proženje aktuatorja</a:t>
            </a:r>
          </a:p>
        </p:txBody>
      </p:sp>
      <p:sp>
        <p:nvSpPr>
          <p:cNvPr id="36" name="Puščica: desno 35">
            <a:extLst>
              <a:ext uri="{FF2B5EF4-FFF2-40B4-BE49-F238E27FC236}">
                <a16:creationId xmlns:a16="http://schemas.microsoft.com/office/drawing/2014/main" id="{EBBF1B26-CB6F-E99B-A64A-502A5C490813}"/>
              </a:ext>
            </a:extLst>
          </p:cNvPr>
          <p:cNvSpPr/>
          <p:nvPr/>
        </p:nvSpPr>
        <p:spPr>
          <a:xfrm rot="10800000">
            <a:off x="706131" y="1654465"/>
            <a:ext cx="1378099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7" name="PoljeZBesedilom 36">
            <a:extLst>
              <a:ext uri="{FF2B5EF4-FFF2-40B4-BE49-F238E27FC236}">
                <a16:creationId xmlns:a16="http://schemas.microsoft.com/office/drawing/2014/main" id="{BA3B7870-2004-6437-2878-2A2EB7D2A73E}"/>
              </a:ext>
            </a:extLst>
          </p:cNvPr>
          <p:cNvSpPr txBox="1"/>
          <p:nvPr/>
        </p:nvSpPr>
        <p:spPr>
          <a:xfrm>
            <a:off x="783843" y="1442024"/>
            <a:ext cx="1199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Javljanje napake</a:t>
            </a:r>
          </a:p>
        </p:txBody>
      </p:sp>
      <p:sp>
        <p:nvSpPr>
          <p:cNvPr id="2" name="Puščica: desno 1">
            <a:extLst>
              <a:ext uri="{FF2B5EF4-FFF2-40B4-BE49-F238E27FC236}">
                <a16:creationId xmlns:a16="http://schemas.microsoft.com/office/drawing/2014/main" id="{271F7742-1557-DD4D-3D88-7A11C59A1DFC}"/>
              </a:ext>
            </a:extLst>
          </p:cNvPr>
          <p:cNvSpPr/>
          <p:nvPr/>
        </p:nvSpPr>
        <p:spPr>
          <a:xfrm>
            <a:off x="715264" y="2111507"/>
            <a:ext cx="1400895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" name="PoljeZBesedilom 2">
            <a:extLst>
              <a:ext uri="{FF2B5EF4-FFF2-40B4-BE49-F238E27FC236}">
                <a16:creationId xmlns:a16="http://schemas.microsoft.com/office/drawing/2014/main" id="{D1CFA878-C015-5F22-E545-4313866889A2}"/>
              </a:ext>
            </a:extLst>
          </p:cNvPr>
          <p:cNvSpPr txBox="1"/>
          <p:nvPr/>
        </p:nvSpPr>
        <p:spPr>
          <a:xfrm>
            <a:off x="639825" y="1929063"/>
            <a:ext cx="1226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Optična kontrola</a:t>
            </a:r>
          </a:p>
        </p:txBody>
      </p:sp>
    </p:spTree>
    <p:extLst>
      <p:ext uri="{BB962C8B-B14F-4D97-AF65-F5344CB8AC3E}">
        <p14:creationId xmlns:p14="http://schemas.microsoft.com/office/powerpoint/2010/main" val="156005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ravokotnik: zaokroženi vogali 23">
            <a:extLst>
              <a:ext uri="{FF2B5EF4-FFF2-40B4-BE49-F238E27FC236}">
                <a16:creationId xmlns:a16="http://schemas.microsoft.com/office/drawing/2014/main" id="{B394FD07-CE82-44E5-7203-3B85C4D9B95C}"/>
              </a:ext>
            </a:extLst>
          </p:cNvPr>
          <p:cNvSpPr/>
          <p:nvPr/>
        </p:nvSpPr>
        <p:spPr>
          <a:xfrm>
            <a:off x="7085164" y="304952"/>
            <a:ext cx="2221299" cy="189504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3" name="Pravokotnik: zaokroženi vogali 22">
            <a:extLst>
              <a:ext uri="{FF2B5EF4-FFF2-40B4-BE49-F238E27FC236}">
                <a16:creationId xmlns:a16="http://schemas.microsoft.com/office/drawing/2014/main" id="{2A6C3D09-611D-EB23-19A7-E63EEB47287D}"/>
              </a:ext>
            </a:extLst>
          </p:cNvPr>
          <p:cNvSpPr/>
          <p:nvPr/>
        </p:nvSpPr>
        <p:spPr>
          <a:xfrm>
            <a:off x="2205945" y="1960699"/>
            <a:ext cx="1488948" cy="347295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4" name="Picture 10" descr="6ES7217-1AG40-0XB0 - Siemens - CPU, SIMATIC S7-1200 PLCs, 24 I/O">
            <a:extLst>
              <a:ext uri="{FF2B5EF4-FFF2-40B4-BE49-F238E27FC236}">
                <a16:creationId xmlns:a16="http://schemas.microsoft.com/office/drawing/2014/main" id="{6759B6E3-B417-0456-54C2-EB785701C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336" y="499578"/>
            <a:ext cx="1555374" cy="113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AKD BASIC Programmable Servo Drives | Kollmorgen | Built In Machine Motion  Control Intelligent Controller">
            <a:extLst>
              <a:ext uri="{FF2B5EF4-FFF2-40B4-BE49-F238E27FC236}">
                <a16:creationId xmlns:a16="http://schemas.microsoft.com/office/drawing/2014/main" id="{06D739FE-BE46-ACBD-05D3-33BEBAF8A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73942" y="132748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pic>
        <p:nvPicPr>
          <p:cNvPr id="1034" name="Picture 10" descr="Olsen Actuators - Servo Linear Actuators | Electrical Servo Motor Linear  Actuators for Sale">
            <a:extLst>
              <a:ext uri="{FF2B5EF4-FFF2-40B4-BE49-F238E27FC236}">
                <a16:creationId xmlns:a16="http://schemas.microsoft.com/office/drawing/2014/main" id="{39EF2483-3241-F4F2-339A-098F4C9F9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999" y="871148"/>
            <a:ext cx="1339515" cy="100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uščica: gor-dol 16">
            <a:extLst>
              <a:ext uri="{FF2B5EF4-FFF2-40B4-BE49-F238E27FC236}">
                <a16:creationId xmlns:a16="http://schemas.microsoft.com/office/drawing/2014/main" id="{F5A29ADF-61D8-42AB-D6E3-C3B2723C9BB6}"/>
              </a:ext>
            </a:extLst>
          </p:cNvPr>
          <p:cNvSpPr/>
          <p:nvPr/>
        </p:nvSpPr>
        <p:spPr>
          <a:xfrm>
            <a:off x="2783378" y="1735893"/>
            <a:ext cx="113453" cy="1598690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22" name="Slika 21">
            <a:extLst>
              <a:ext uri="{FF2B5EF4-FFF2-40B4-BE49-F238E27FC236}">
                <a16:creationId xmlns:a16="http://schemas.microsoft.com/office/drawing/2014/main" id="{8DDE1595-E4FB-4383-C56F-6770E7375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147" y="4869784"/>
            <a:ext cx="1748501" cy="660545"/>
          </a:xfrm>
          <a:prstGeom prst="rect">
            <a:avLst/>
          </a:prstGeom>
        </p:spPr>
      </p:pic>
      <p:sp>
        <p:nvSpPr>
          <p:cNvPr id="25" name="PoljeZBesedilom 24">
            <a:extLst>
              <a:ext uri="{FF2B5EF4-FFF2-40B4-BE49-F238E27FC236}">
                <a16:creationId xmlns:a16="http://schemas.microsoft.com/office/drawing/2014/main" id="{CAC4888C-3EA1-9200-4B1B-EEDBDA436A5A}"/>
              </a:ext>
            </a:extLst>
          </p:cNvPr>
          <p:cNvSpPr txBox="1"/>
          <p:nvPr/>
        </p:nvSpPr>
        <p:spPr>
          <a:xfrm rot="16200000">
            <a:off x="2780019" y="2607038"/>
            <a:ext cx="966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l-SI" sz="1200" dirty="0"/>
              <a:t>Uporabniški </a:t>
            </a:r>
            <a:br>
              <a:rPr lang="sl-SI" sz="1200" dirty="0"/>
            </a:br>
            <a:r>
              <a:rPr lang="sl-SI" sz="1200" dirty="0"/>
              <a:t>vmesnik</a:t>
            </a:r>
          </a:p>
        </p:txBody>
      </p:sp>
      <p:sp>
        <p:nvSpPr>
          <p:cNvPr id="27" name="PoljeZBesedilom 26">
            <a:extLst>
              <a:ext uri="{FF2B5EF4-FFF2-40B4-BE49-F238E27FC236}">
                <a16:creationId xmlns:a16="http://schemas.microsoft.com/office/drawing/2014/main" id="{AA240306-8E0D-8F96-65E9-98D6089FFED3}"/>
              </a:ext>
            </a:extLst>
          </p:cNvPr>
          <p:cNvSpPr txBox="1"/>
          <p:nvPr/>
        </p:nvSpPr>
        <p:spPr>
          <a:xfrm rot="16200000">
            <a:off x="8334006" y="1069218"/>
            <a:ext cx="128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sl-SI" sz="1200" dirty="0"/>
            </a:br>
            <a:r>
              <a:rPr lang="sl-SI" sz="1200" dirty="0"/>
              <a:t>servo – aktuator #1</a:t>
            </a:r>
          </a:p>
        </p:txBody>
      </p:sp>
      <p:sp>
        <p:nvSpPr>
          <p:cNvPr id="28" name="Puščica: desno 27">
            <a:extLst>
              <a:ext uri="{FF2B5EF4-FFF2-40B4-BE49-F238E27FC236}">
                <a16:creationId xmlns:a16="http://schemas.microsoft.com/office/drawing/2014/main" id="{1837469E-3C8D-B606-C8E7-8296186047DC}"/>
              </a:ext>
            </a:extLst>
          </p:cNvPr>
          <p:cNvSpPr/>
          <p:nvPr/>
        </p:nvSpPr>
        <p:spPr>
          <a:xfrm>
            <a:off x="651252" y="935791"/>
            <a:ext cx="1400895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0" name="PoljeZBesedilom 29">
            <a:extLst>
              <a:ext uri="{FF2B5EF4-FFF2-40B4-BE49-F238E27FC236}">
                <a16:creationId xmlns:a16="http://schemas.microsoft.com/office/drawing/2014/main" id="{032736F4-48C7-7926-2828-4C4FB5F09B9C}"/>
              </a:ext>
            </a:extLst>
          </p:cNvPr>
          <p:cNvSpPr txBox="1"/>
          <p:nvPr/>
        </p:nvSpPr>
        <p:spPr>
          <a:xfrm>
            <a:off x="723959" y="675646"/>
            <a:ext cx="1360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Signal iz stiskalnice</a:t>
            </a:r>
          </a:p>
        </p:txBody>
      </p:sp>
      <p:sp>
        <p:nvSpPr>
          <p:cNvPr id="36" name="Puščica: desno 35">
            <a:extLst>
              <a:ext uri="{FF2B5EF4-FFF2-40B4-BE49-F238E27FC236}">
                <a16:creationId xmlns:a16="http://schemas.microsoft.com/office/drawing/2014/main" id="{EBBF1B26-CB6F-E99B-A64A-502A5C490813}"/>
              </a:ext>
            </a:extLst>
          </p:cNvPr>
          <p:cNvSpPr/>
          <p:nvPr/>
        </p:nvSpPr>
        <p:spPr>
          <a:xfrm rot="10800000">
            <a:off x="674047" y="1357686"/>
            <a:ext cx="1378099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7" name="PoljeZBesedilom 36">
            <a:extLst>
              <a:ext uri="{FF2B5EF4-FFF2-40B4-BE49-F238E27FC236}">
                <a16:creationId xmlns:a16="http://schemas.microsoft.com/office/drawing/2014/main" id="{BA3B7870-2004-6437-2878-2A2EB7D2A73E}"/>
              </a:ext>
            </a:extLst>
          </p:cNvPr>
          <p:cNvSpPr txBox="1"/>
          <p:nvPr/>
        </p:nvSpPr>
        <p:spPr>
          <a:xfrm>
            <a:off x="751759" y="1145245"/>
            <a:ext cx="1199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Javljanje napake</a:t>
            </a:r>
          </a:p>
        </p:txBody>
      </p:sp>
      <p:sp>
        <p:nvSpPr>
          <p:cNvPr id="2" name="Puščica: desno 1">
            <a:extLst>
              <a:ext uri="{FF2B5EF4-FFF2-40B4-BE49-F238E27FC236}">
                <a16:creationId xmlns:a16="http://schemas.microsoft.com/office/drawing/2014/main" id="{271F7742-1557-DD4D-3D88-7A11C59A1DFC}"/>
              </a:ext>
            </a:extLst>
          </p:cNvPr>
          <p:cNvSpPr/>
          <p:nvPr/>
        </p:nvSpPr>
        <p:spPr>
          <a:xfrm>
            <a:off x="683180" y="1814728"/>
            <a:ext cx="1400895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" name="PoljeZBesedilom 2">
            <a:extLst>
              <a:ext uri="{FF2B5EF4-FFF2-40B4-BE49-F238E27FC236}">
                <a16:creationId xmlns:a16="http://schemas.microsoft.com/office/drawing/2014/main" id="{D1CFA878-C015-5F22-E545-4313866889A2}"/>
              </a:ext>
            </a:extLst>
          </p:cNvPr>
          <p:cNvSpPr txBox="1"/>
          <p:nvPr/>
        </p:nvSpPr>
        <p:spPr>
          <a:xfrm>
            <a:off x="607741" y="1632284"/>
            <a:ext cx="1226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Optična kontrola</a:t>
            </a:r>
          </a:p>
        </p:txBody>
      </p:sp>
      <p:pic>
        <p:nvPicPr>
          <p:cNvPr id="1026" name="Picture 2" descr="Industrial PC - IPCs for any application | Beckhoff Slovenija">
            <a:extLst>
              <a:ext uri="{FF2B5EF4-FFF2-40B4-BE49-F238E27FC236}">
                <a16:creationId xmlns:a16="http://schemas.microsoft.com/office/drawing/2014/main" id="{52BBD1E9-9FE3-9DB7-2830-6E6FB151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023" y="3527328"/>
            <a:ext cx="2058792" cy="205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gasi">
            <a:extLst>
              <a:ext uri="{FF2B5EF4-FFF2-40B4-BE49-F238E27FC236}">
                <a16:creationId xmlns:a16="http://schemas.microsoft.com/office/drawing/2014/main" id="{EA130496-3006-B027-4B3F-9EE5A537D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917" y="493807"/>
            <a:ext cx="1744466" cy="25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uščica: desno 7">
            <a:extLst>
              <a:ext uri="{FF2B5EF4-FFF2-40B4-BE49-F238E27FC236}">
                <a16:creationId xmlns:a16="http://schemas.microsoft.com/office/drawing/2014/main" id="{87CF7DC0-FA61-84B0-0D48-57669D908F17}"/>
              </a:ext>
            </a:extLst>
          </p:cNvPr>
          <p:cNvSpPr/>
          <p:nvPr/>
        </p:nvSpPr>
        <p:spPr>
          <a:xfrm>
            <a:off x="683180" y="2222710"/>
            <a:ext cx="1400895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1B3FB4DD-4A25-14C3-C020-13F16BEF362E}"/>
              </a:ext>
            </a:extLst>
          </p:cNvPr>
          <p:cNvSpPr txBox="1"/>
          <p:nvPr/>
        </p:nvSpPr>
        <p:spPr>
          <a:xfrm>
            <a:off x="607741" y="2040266"/>
            <a:ext cx="121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Kontrola pomika</a:t>
            </a:r>
          </a:p>
        </p:txBody>
      </p:sp>
      <p:grpSp>
        <p:nvGrpSpPr>
          <p:cNvPr id="32" name="Skupina 31">
            <a:extLst>
              <a:ext uri="{FF2B5EF4-FFF2-40B4-BE49-F238E27FC236}">
                <a16:creationId xmlns:a16="http://schemas.microsoft.com/office/drawing/2014/main" id="{03671040-F70D-AB10-C4BE-1A0878D0F0C6}"/>
              </a:ext>
            </a:extLst>
          </p:cNvPr>
          <p:cNvGrpSpPr/>
          <p:nvPr/>
        </p:nvGrpSpPr>
        <p:grpSpPr>
          <a:xfrm>
            <a:off x="4544896" y="2607022"/>
            <a:ext cx="2243644" cy="704150"/>
            <a:chOff x="4289012" y="1666119"/>
            <a:chExt cx="2243644" cy="704150"/>
          </a:xfrm>
        </p:grpSpPr>
        <p:sp>
          <p:nvSpPr>
            <p:cNvPr id="20" name="PoljeZBesedilom 19">
              <a:extLst>
                <a:ext uri="{FF2B5EF4-FFF2-40B4-BE49-F238E27FC236}">
                  <a16:creationId xmlns:a16="http://schemas.microsoft.com/office/drawing/2014/main" id="{643205FA-7843-9356-9145-054D0CB95DD0}"/>
                </a:ext>
              </a:extLst>
            </p:cNvPr>
            <p:cNvSpPr txBox="1"/>
            <p:nvPr/>
          </p:nvSpPr>
          <p:spPr>
            <a:xfrm>
              <a:off x="4990165" y="1666120"/>
              <a:ext cx="13778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1200" dirty="0"/>
                <a:t>POS1 dosežen, info</a:t>
              </a:r>
            </a:p>
          </p:txBody>
        </p:sp>
        <p:grpSp>
          <p:nvGrpSpPr>
            <p:cNvPr id="31" name="Skupina 30">
              <a:extLst>
                <a:ext uri="{FF2B5EF4-FFF2-40B4-BE49-F238E27FC236}">
                  <a16:creationId xmlns:a16="http://schemas.microsoft.com/office/drawing/2014/main" id="{36BD6EB6-0393-7B0B-79D3-00AB2F571C34}"/>
                </a:ext>
              </a:extLst>
            </p:cNvPr>
            <p:cNvGrpSpPr/>
            <p:nvPr/>
          </p:nvGrpSpPr>
          <p:grpSpPr>
            <a:xfrm>
              <a:off x="4289012" y="1666119"/>
              <a:ext cx="2243644" cy="704150"/>
              <a:chOff x="4287476" y="1712525"/>
              <a:chExt cx="2243644" cy="704150"/>
            </a:xfrm>
          </p:grpSpPr>
          <p:sp>
            <p:nvSpPr>
              <p:cNvPr id="7" name="AutoShape 6" descr="AKD BASIC">
                <a:extLst>
                  <a:ext uri="{FF2B5EF4-FFF2-40B4-BE49-F238E27FC236}">
                    <a16:creationId xmlns:a16="http://schemas.microsoft.com/office/drawing/2014/main" id="{51368F59-362B-F0E8-AD2F-6715D350B7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58426" y="1776663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sl-SI"/>
              </a:p>
            </p:txBody>
          </p:sp>
          <p:sp>
            <p:nvSpPr>
              <p:cNvPr id="16" name="Puščica: desno 15">
                <a:extLst>
                  <a:ext uri="{FF2B5EF4-FFF2-40B4-BE49-F238E27FC236}">
                    <a16:creationId xmlns:a16="http://schemas.microsoft.com/office/drawing/2014/main" id="{450A748C-A536-C211-5CFF-1457007F5ACF}"/>
                  </a:ext>
                </a:extLst>
              </p:cNvPr>
              <p:cNvSpPr/>
              <p:nvPr/>
            </p:nvSpPr>
            <p:spPr>
              <a:xfrm rot="10800000">
                <a:off x="4287476" y="1712525"/>
                <a:ext cx="620246" cy="150654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 dirty="0"/>
              </a:p>
            </p:txBody>
          </p:sp>
          <p:sp>
            <p:nvSpPr>
              <p:cNvPr id="15" name="Puščica: desno 14">
                <a:extLst>
                  <a:ext uri="{FF2B5EF4-FFF2-40B4-BE49-F238E27FC236}">
                    <a16:creationId xmlns:a16="http://schemas.microsoft.com/office/drawing/2014/main" id="{BC58D22C-F1E3-D1E8-F93A-42A27F0DB028}"/>
                  </a:ext>
                </a:extLst>
              </p:cNvPr>
              <p:cNvSpPr/>
              <p:nvPr/>
            </p:nvSpPr>
            <p:spPr>
              <a:xfrm rot="10800000">
                <a:off x="4290280" y="1955644"/>
                <a:ext cx="620246" cy="150654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 dirty="0"/>
              </a:p>
            </p:txBody>
          </p:sp>
          <p:sp>
            <p:nvSpPr>
              <p:cNvPr id="18" name="PoljeZBesedilom 17">
                <a:extLst>
                  <a:ext uri="{FF2B5EF4-FFF2-40B4-BE49-F238E27FC236}">
                    <a16:creationId xmlns:a16="http://schemas.microsoft.com/office/drawing/2014/main" id="{F8426431-778D-224D-DB21-FD539FF21F6C}"/>
                  </a:ext>
                </a:extLst>
              </p:cNvPr>
              <p:cNvSpPr txBox="1"/>
              <p:nvPr/>
            </p:nvSpPr>
            <p:spPr>
              <a:xfrm>
                <a:off x="4992969" y="1909239"/>
                <a:ext cx="13778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1200" dirty="0"/>
                  <a:t>POS2 dosežen, info</a:t>
                </a:r>
              </a:p>
            </p:txBody>
          </p:sp>
          <p:sp>
            <p:nvSpPr>
              <p:cNvPr id="21" name="Puščica: desno 20">
                <a:extLst>
                  <a:ext uri="{FF2B5EF4-FFF2-40B4-BE49-F238E27FC236}">
                    <a16:creationId xmlns:a16="http://schemas.microsoft.com/office/drawing/2014/main" id="{A4E13513-C07A-5D13-CF15-FE097C9602A9}"/>
                  </a:ext>
                </a:extLst>
              </p:cNvPr>
              <p:cNvSpPr/>
              <p:nvPr/>
            </p:nvSpPr>
            <p:spPr>
              <a:xfrm rot="10800000">
                <a:off x="4287476" y="2203701"/>
                <a:ext cx="620246" cy="150654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 dirty="0"/>
              </a:p>
            </p:txBody>
          </p:sp>
          <p:sp>
            <p:nvSpPr>
              <p:cNvPr id="29" name="PoljeZBesedilom 28">
                <a:extLst>
                  <a:ext uri="{FF2B5EF4-FFF2-40B4-BE49-F238E27FC236}">
                    <a16:creationId xmlns:a16="http://schemas.microsoft.com/office/drawing/2014/main" id="{E2053BF3-EC3C-79CB-C1CE-6F6C7589B9C6}"/>
                  </a:ext>
                </a:extLst>
              </p:cNvPr>
              <p:cNvSpPr txBox="1"/>
              <p:nvPr/>
            </p:nvSpPr>
            <p:spPr>
              <a:xfrm>
                <a:off x="4983324" y="2139676"/>
                <a:ext cx="15477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1200" dirty="0" err="1"/>
                  <a:t>Homme</a:t>
                </a:r>
                <a:r>
                  <a:rPr lang="sl-SI" sz="1200" dirty="0"/>
                  <a:t> dosežen, info</a:t>
                </a:r>
              </a:p>
            </p:txBody>
          </p:sp>
        </p:grpSp>
      </p:grpSp>
      <p:sp>
        <p:nvSpPr>
          <p:cNvPr id="33" name="Puščica: desno 32">
            <a:extLst>
              <a:ext uri="{FF2B5EF4-FFF2-40B4-BE49-F238E27FC236}">
                <a16:creationId xmlns:a16="http://schemas.microsoft.com/office/drawing/2014/main" id="{53EF0C57-88AE-8350-8053-9F8EBAA1768E}"/>
              </a:ext>
            </a:extLst>
          </p:cNvPr>
          <p:cNvSpPr/>
          <p:nvPr/>
        </p:nvSpPr>
        <p:spPr>
          <a:xfrm>
            <a:off x="4494465" y="1754452"/>
            <a:ext cx="1105574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4" name="PoljeZBesedilom 33">
            <a:extLst>
              <a:ext uri="{FF2B5EF4-FFF2-40B4-BE49-F238E27FC236}">
                <a16:creationId xmlns:a16="http://schemas.microsoft.com/office/drawing/2014/main" id="{D0652D2C-0567-0074-BD21-7A1962889AC0}"/>
              </a:ext>
            </a:extLst>
          </p:cNvPr>
          <p:cNvSpPr txBox="1"/>
          <p:nvPr/>
        </p:nvSpPr>
        <p:spPr>
          <a:xfrm>
            <a:off x="5600039" y="1673592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Go POS2</a:t>
            </a:r>
          </a:p>
        </p:txBody>
      </p:sp>
      <p:sp>
        <p:nvSpPr>
          <p:cNvPr id="39" name="Puščica: desno 38">
            <a:extLst>
              <a:ext uri="{FF2B5EF4-FFF2-40B4-BE49-F238E27FC236}">
                <a16:creationId xmlns:a16="http://schemas.microsoft.com/office/drawing/2014/main" id="{A82C59BD-5576-0C3E-BC5A-8CE2748629B1}"/>
              </a:ext>
            </a:extLst>
          </p:cNvPr>
          <p:cNvSpPr/>
          <p:nvPr/>
        </p:nvSpPr>
        <p:spPr>
          <a:xfrm>
            <a:off x="4494465" y="1539753"/>
            <a:ext cx="1105574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0" name="PoljeZBesedilom 39">
            <a:extLst>
              <a:ext uri="{FF2B5EF4-FFF2-40B4-BE49-F238E27FC236}">
                <a16:creationId xmlns:a16="http://schemas.microsoft.com/office/drawing/2014/main" id="{7526FAE2-DC87-4567-D0A9-0D5299226A79}"/>
              </a:ext>
            </a:extLst>
          </p:cNvPr>
          <p:cNvSpPr txBox="1"/>
          <p:nvPr/>
        </p:nvSpPr>
        <p:spPr>
          <a:xfrm>
            <a:off x="5600039" y="1458893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Go POS1</a:t>
            </a:r>
          </a:p>
        </p:txBody>
      </p:sp>
      <p:sp>
        <p:nvSpPr>
          <p:cNvPr id="42" name="Puščica: desno 41">
            <a:extLst>
              <a:ext uri="{FF2B5EF4-FFF2-40B4-BE49-F238E27FC236}">
                <a16:creationId xmlns:a16="http://schemas.microsoft.com/office/drawing/2014/main" id="{B6187D7B-87C7-9EED-8B11-479A97954C24}"/>
              </a:ext>
            </a:extLst>
          </p:cNvPr>
          <p:cNvSpPr/>
          <p:nvPr/>
        </p:nvSpPr>
        <p:spPr>
          <a:xfrm>
            <a:off x="4494465" y="1966459"/>
            <a:ext cx="1105574" cy="13508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3" name="PoljeZBesedilom 42">
            <a:extLst>
              <a:ext uri="{FF2B5EF4-FFF2-40B4-BE49-F238E27FC236}">
                <a16:creationId xmlns:a16="http://schemas.microsoft.com/office/drawing/2014/main" id="{046151C2-34BE-4428-16D4-C18FF0B8F3A6}"/>
              </a:ext>
            </a:extLst>
          </p:cNvPr>
          <p:cNvSpPr txBox="1"/>
          <p:nvPr/>
        </p:nvSpPr>
        <p:spPr>
          <a:xfrm>
            <a:off x="5600039" y="1885599"/>
            <a:ext cx="957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GO HOMME</a:t>
            </a:r>
          </a:p>
        </p:txBody>
      </p:sp>
      <p:sp>
        <p:nvSpPr>
          <p:cNvPr id="44" name="Pravokotnik: zaokroženi vogali 43">
            <a:extLst>
              <a:ext uri="{FF2B5EF4-FFF2-40B4-BE49-F238E27FC236}">
                <a16:creationId xmlns:a16="http://schemas.microsoft.com/office/drawing/2014/main" id="{B5C9D03A-D44F-8AE2-E979-FC641E556019}"/>
              </a:ext>
            </a:extLst>
          </p:cNvPr>
          <p:cNvSpPr/>
          <p:nvPr/>
        </p:nvSpPr>
        <p:spPr>
          <a:xfrm>
            <a:off x="7114384" y="2317826"/>
            <a:ext cx="2221299" cy="189504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45" name="Picture 10" descr="Olsen Actuators - Servo Linear Actuators | Electrical Servo Motor Linear  Actuators for Sale">
            <a:extLst>
              <a:ext uri="{FF2B5EF4-FFF2-40B4-BE49-F238E27FC236}">
                <a16:creationId xmlns:a16="http://schemas.microsoft.com/office/drawing/2014/main" id="{57B701F7-4FEB-AC1A-D151-71885212B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219" y="2884022"/>
            <a:ext cx="1339515" cy="100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PoljeZBesedilom 45">
            <a:extLst>
              <a:ext uri="{FF2B5EF4-FFF2-40B4-BE49-F238E27FC236}">
                <a16:creationId xmlns:a16="http://schemas.microsoft.com/office/drawing/2014/main" id="{C505602B-5626-2F64-882B-A662C811D9A7}"/>
              </a:ext>
            </a:extLst>
          </p:cNvPr>
          <p:cNvSpPr txBox="1"/>
          <p:nvPr/>
        </p:nvSpPr>
        <p:spPr>
          <a:xfrm rot="16200000">
            <a:off x="8363226" y="3082092"/>
            <a:ext cx="128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sl-SI" sz="1200" dirty="0"/>
            </a:br>
            <a:r>
              <a:rPr lang="sl-SI" sz="1200" dirty="0"/>
              <a:t>servo – aktuator #2</a:t>
            </a:r>
          </a:p>
        </p:txBody>
      </p:sp>
      <p:pic>
        <p:nvPicPr>
          <p:cNvPr id="47" name="Picture 4" descr="Egasi">
            <a:extLst>
              <a:ext uri="{FF2B5EF4-FFF2-40B4-BE49-F238E27FC236}">
                <a16:creationId xmlns:a16="http://schemas.microsoft.com/office/drawing/2014/main" id="{91D0CCF6-A986-3379-F268-DCFCC4E93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137" y="2506681"/>
            <a:ext cx="1744466" cy="25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PoljeZBesedilom 54">
            <a:extLst>
              <a:ext uri="{FF2B5EF4-FFF2-40B4-BE49-F238E27FC236}">
                <a16:creationId xmlns:a16="http://schemas.microsoft.com/office/drawing/2014/main" id="{6D4ADA3F-5540-9672-6276-F7FA458F7B0C}"/>
              </a:ext>
            </a:extLst>
          </p:cNvPr>
          <p:cNvSpPr txBox="1"/>
          <p:nvPr/>
        </p:nvSpPr>
        <p:spPr>
          <a:xfrm rot="5400000">
            <a:off x="8074186" y="4292699"/>
            <a:ext cx="405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/>
              <a:t>……</a:t>
            </a:r>
          </a:p>
        </p:txBody>
      </p:sp>
      <p:sp>
        <p:nvSpPr>
          <p:cNvPr id="56" name="Pravokotnik: zaokroženi vogali 55">
            <a:extLst>
              <a:ext uri="{FF2B5EF4-FFF2-40B4-BE49-F238E27FC236}">
                <a16:creationId xmlns:a16="http://schemas.microsoft.com/office/drawing/2014/main" id="{0B05BEF1-26C3-55AE-CA8D-1EC2C94BCB4E}"/>
              </a:ext>
            </a:extLst>
          </p:cNvPr>
          <p:cNvSpPr/>
          <p:nvPr/>
        </p:nvSpPr>
        <p:spPr>
          <a:xfrm>
            <a:off x="7162061" y="4582806"/>
            <a:ext cx="2221299" cy="189504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57" name="Picture 10" descr="Olsen Actuators - Servo Linear Actuators | Electrical Servo Motor Linear  Actuators for Sale">
            <a:extLst>
              <a:ext uri="{FF2B5EF4-FFF2-40B4-BE49-F238E27FC236}">
                <a16:creationId xmlns:a16="http://schemas.microsoft.com/office/drawing/2014/main" id="{4E84D86F-AA5B-0E79-F6F7-D66D5B472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896" y="5149002"/>
            <a:ext cx="1339515" cy="100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PoljeZBesedilom 57">
            <a:extLst>
              <a:ext uri="{FF2B5EF4-FFF2-40B4-BE49-F238E27FC236}">
                <a16:creationId xmlns:a16="http://schemas.microsoft.com/office/drawing/2014/main" id="{7C8B93B6-F9CE-3A45-2EFB-1FB4F4974A67}"/>
              </a:ext>
            </a:extLst>
          </p:cNvPr>
          <p:cNvSpPr txBox="1"/>
          <p:nvPr/>
        </p:nvSpPr>
        <p:spPr>
          <a:xfrm rot="16200000">
            <a:off x="8410903" y="5347072"/>
            <a:ext cx="128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sl-SI" sz="1200" dirty="0"/>
            </a:br>
            <a:r>
              <a:rPr lang="sl-SI" sz="1200" dirty="0"/>
              <a:t>servo – aktuator #5</a:t>
            </a:r>
          </a:p>
        </p:txBody>
      </p:sp>
      <p:pic>
        <p:nvPicPr>
          <p:cNvPr id="59" name="Picture 4" descr="Egasi">
            <a:extLst>
              <a:ext uri="{FF2B5EF4-FFF2-40B4-BE49-F238E27FC236}">
                <a16:creationId xmlns:a16="http://schemas.microsoft.com/office/drawing/2014/main" id="{AE5254F9-B2EA-96FB-D022-2FBBA6E44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814" y="4771661"/>
            <a:ext cx="1744466" cy="25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851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78</Words>
  <Application>Microsoft Office PowerPoint</Application>
  <PresentationFormat>Širokozaslonsko</PresentationFormat>
  <Paragraphs>26</Paragraphs>
  <Slides>3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Officeova tema</vt:lpstr>
      <vt:lpstr>PowerPointova predstavitev</vt:lpstr>
      <vt:lpstr>PowerPointova predstavitev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PowerPointova predstavitev</dc:title>
  <dc:creator>Dejan</dc:creator>
  <cp:lastModifiedBy>Dejan Rožič</cp:lastModifiedBy>
  <cp:revision>8</cp:revision>
  <dcterms:created xsi:type="dcterms:W3CDTF">2024-04-30T04:42:59Z</dcterms:created>
  <dcterms:modified xsi:type="dcterms:W3CDTF">2025-09-15T04:49:59Z</dcterms:modified>
</cp:coreProperties>
</file>